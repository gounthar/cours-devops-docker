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M2 ILI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86C9E"/>
                </a:solidFill>
              </a:rPr>
              <a:t>Projet de fin de module - Partie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année scolaire 2025-2026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 1 (10 points)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Infrastructure &amp; Containers - Notée sur 10 points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Critères principaux (10 pts) + Compléments valorisés
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Vous devez concevoir et déployer une architecture multi-tiers complète basée sur Docker et Docker Compose, comprenant 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</a:rPr>
              <a:t>• Reverse proxy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</a:rPr>
              <a:t>• Serveur d'application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</a:rPr>
              <a:t>• Base de données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</a:rPr>
              <a:t>• Stack ELK (logging centralisé)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IMPOSÉES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Reverse-Proxy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Serveur d'Application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Apache HTTPd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Nginx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Nginx Unit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HAProxy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Traefik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Tomcat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Wildfly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Jetty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Cible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Stack complète avec 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• Client → Reverse Proxy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• Reverse Proxy → App Server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• App Server → Database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</a:rPr>
              <a:t>• App Server → ELK Stack (logs)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Tout doit être accessible via docker-compose up -d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Exigences Docker Compose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Fichier structuré et commenté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Variables d'environnement (.env)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Networks dédiés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Volumes nommés (pas anonymes)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Configuration production-ready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 Docker - Optimisation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Multi-stage builds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 obligatoires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Application :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&lt; 500MB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Services :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&lt; 200MB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.dockerignore configuré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Pas de secrets hardcodés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Checks &amp; Restart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Health checks sur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tous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 les services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Restart policies appropriées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depends_on avec conditions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Temps de démarrage optimisés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Limites CPU définies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Limites RAM définies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Prévention resource starvation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Monitoring des ressources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Utilisez deploy.resources.limits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 Structuré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Format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JSON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Collecte par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Logstash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Visualisation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Kibana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Retention policy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Les logs doivent être exploitables et recherchables facilement.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Pas d'exécution en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root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Secrets gérés (pas en .env committé)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Trivy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 scanning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Principe du moindre privilège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3A3A"/>
                </a:solidFill>
              </a:rPr>
              <a:t>⚠️ .env ne doit JAMAIS être committé 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README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Architecture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 (avec schéma)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Prérequis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 système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Configuration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 requise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Procédure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 de démarrage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Troubleshooting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Documentation au fur et à mesure, pas à la fin 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Grille d'Évaluation (10 points)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Points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Architecture fonctionnelle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3 pts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Qualité technique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3 pts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Documentation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2 pts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Bonnes pratiques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2 pts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10 pts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Compléments valorisés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6C9E"/>
                </a:solidFill>
              </a:rPr>
              <a:t>Permettent de compenser les points manquants et d'atteindre 10/10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Complément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Observabilité (Prometheus + Grafana)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+1 pt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Pipeline validation (Goss)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+1 pt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Gestion auto dépendances (Updatecli/Renovate/Dependabot)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+0.75 pt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Performance &amp; Load Testing (k6/Gatling)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+1 pt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Compléments valorisés (suite)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371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Complément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C9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Haute disponibilité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+1 pt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Multi-environnements (Dev/Staging/Prod)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+0.75 pt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Forge GitLab auto-hébergée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+1.5 pts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6C9E"/>
                </a:solidFill>
              </a:rPr>
              <a:t>Note Partie 1 = min(10, Critères + Compléments)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Qualité &gt; Quantité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Il vaut mieux 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✓ 1-2 compléments </a:t>
            </a:r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de qualité
</a:t>
            </a:r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✗ 4 compléments </a:t>
            </a:r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bâclés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86C9E"/>
                </a:solidFill>
              </a:rPr>
              <a:t>Les compléments servent à compenser les points perdus sur les critères principaux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Modalités générales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Projet réalisé en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binôme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Remise via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repo GitLab privé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Ajouter les enseignants comme contributeurs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• Documentation via </a:t>
            </a:r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README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Toute documentation, tout commentaire, tout complément d'information doivent se faire via le README de votre repo.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 BUTOIR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</a:rPr>
              <a:t>La remise du projet est prévue pour 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3A3A"/>
                </a:solidFill>
              </a:rPr>
              <a:t>4 janvier 2026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(ne seront corrigés que les commits créés jusqu'à cette date)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6C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Vos contacts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Bruno VERACHTEN
</a:t>
            </a:r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bruno.verachten@univ-artois.fr
</a:t>
            </a:r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Daniel LE BERRE
</a:t>
            </a:r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leberre@cril.fr
</a:t>
            </a:r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Farid AIT-KARA
</a:t>
            </a:r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farid.aitkara@univ-artois.fr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Université d'Artois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DevOps M2 ILI - Partie 1</dc:title>
  <dc:subject>Infrastructure &amp; Containers</dc:subject>
  <dc:creator>Bruno Verachten</dc:creator>
  <cp:lastModifiedBy>Bruno Verachten</cp:lastModifiedBy>
  <cp:revision>1</cp:revision>
  <dcterms:created xsi:type="dcterms:W3CDTF">2025-12-11T09:55:37Z</dcterms:created>
  <dcterms:modified xsi:type="dcterms:W3CDTF">2025-12-11T09:55:37Z</dcterms:modified>
</cp:coreProperties>
</file>